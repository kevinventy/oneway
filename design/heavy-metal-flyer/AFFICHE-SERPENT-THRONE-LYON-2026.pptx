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RECTO — affiche A4. Tout est éditable : double-cliquez sur un texte pour le remplacer. Les fonds (bg-recto.jpg), l'emblème et l'ornement sont des images posées en arrière-plan ; sélectionnez-les avec Alt+clic si besoin. Contenu 100 % fictif.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VERSO — infos pratiques. Horaires, tarifs, accès, règlement : remplacez les blocs texte directement. Les cartouches sont des rectangles arrondis groupés avec leur texte : Ctrl+D pour dupliquer une 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— page de service, à supprimer avant impression (clic droit sur la miniature ▸ Supprimer la diapositive).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AY/design/heavy-metal-flyer/build/assets/bg-rec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Image 1" descr="/home/user/OneWAY/design/heavy-metal-flyer/build/assets/rays.png">    </p:cNvPr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-548640" y="320040"/>
            <a:ext cx="8659368" cy="6062472"/>
          </a:xfrm>
          <a:prstGeom prst="rect">
            <a:avLst/>
          </a:prstGeom>
        </p:spPr>
      </p:pic>
      <p:pic>
        <p:nvPicPr>
          <p:cNvPr id="4" name="Image 2" descr="/home/user/OneWAY/design/heavy-metal-flyer/build/assets/sparks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182880"/>
            <a:ext cx="7562088" cy="48646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384048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20" kern="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ANVIL CONCERTS   ×   RADIO VULCAIN 101.7   PRÉSENTENT</a:t>
            </a:r>
            <a:endParaRPr lang="en-US" sz="900" dirty="0"/>
          </a:p>
        </p:txBody>
      </p:sp>
      <p:pic>
        <p:nvPicPr>
          <p:cNvPr id="6" name="Image 3" descr="/home/user/OneWAY/design/heavy-metal-flyer/build/assets/embl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268" y="694944"/>
            <a:ext cx="987552" cy="98755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02920" y="1810512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TOURNÉE EUROPÉENNE MMXXVI   ·   34 VILLES   ·   19 PAYS</a:t>
            </a:r>
            <a:endParaRPr lang="en-US" sz="950" dirty="0"/>
          </a:p>
        </p:txBody>
      </p:sp>
      <p:sp>
        <p:nvSpPr>
          <p:cNvPr id="8" name="Text 2"/>
          <p:cNvSpPr/>
          <p:nvPr/>
        </p:nvSpPr>
        <p:spPr>
          <a:xfrm>
            <a:off x="182880" y="2139696"/>
            <a:ext cx="7196328" cy="1042416"/>
          </a:xfrm>
          <a:prstGeom prst="rect">
            <a:avLst/>
          </a:prstGeom>
          <a:noFill/>
          <a:ln/>
          <a:effectLst>
            <a:outerShdw sx="100000" sy="100000" kx="0" ky="0" algn="bl" rotWithShape="0" blurRad="330200" dist="50800" dir="2700000">
              <a:srgbClr val="FF3B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spc="100" kern="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SERPENT</a:t>
            </a:r>
            <a:endParaRPr lang="en-US" sz="8800" dirty="0"/>
          </a:p>
        </p:txBody>
      </p:sp>
      <p:sp>
        <p:nvSpPr>
          <p:cNvPr id="9" name="Text 3"/>
          <p:cNvSpPr/>
          <p:nvPr/>
        </p:nvSpPr>
        <p:spPr>
          <a:xfrm>
            <a:off x="182880" y="3145536"/>
            <a:ext cx="7196328" cy="1042416"/>
          </a:xfrm>
          <a:prstGeom prst="rect">
            <a:avLst/>
          </a:prstGeom>
          <a:noFill/>
          <a:ln/>
          <a:effectLst>
            <a:outerShdw sx="100000" sy="100000" kx="0" ky="0" algn="bl" rotWithShape="0" blurRad="330200" dist="50800" dir="2700000">
              <a:srgbClr val="FF3B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spc="1400" kern="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THRONE</a:t>
            </a:r>
            <a:endParaRPr lang="en-US" sz="8800" dirty="0"/>
          </a:p>
        </p:txBody>
      </p:sp>
      <p:pic>
        <p:nvPicPr>
          <p:cNvPr id="10" name="Image 4" descr="/home/user/OneWAY/design/heavy-metal-flyer/build/assets/divi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804" y="4261104"/>
            <a:ext cx="3840480" cy="33832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02920" y="4608576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 THE MOLTEN CROWN ”  ·  LIVE 2026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502920" y="5102352"/>
            <a:ext cx="655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PREMIÈRE PARTIE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502920" y="5321808"/>
            <a:ext cx="6556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spc="200" kern="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NIGHTFORGE</a:t>
            </a:r>
            <a:endParaRPr lang="en-US" sz="2700" dirty="0"/>
          </a:p>
        </p:txBody>
      </p:sp>
      <p:sp>
        <p:nvSpPr>
          <p:cNvPr id="14" name="Text 7"/>
          <p:cNvSpPr/>
          <p:nvPr/>
        </p:nvSpPr>
        <p:spPr>
          <a:xfrm>
            <a:off x="502920" y="5724144"/>
            <a:ext cx="6556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E4DA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ASHEN CROWN   ·   VULTURE MASS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02920" y="6071616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OUVERTURE : SŒURS DE FER  (LYON)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502920" y="6547104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SAMEDI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182880" y="6748272"/>
            <a:ext cx="7196328" cy="566928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2700000">
              <a:srgbClr val="FF3B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100" kern="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OCTOBRE 2026</a:t>
            </a:r>
            <a:endParaRPr lang="en-US" sz="4000" dirty="0"/>
          </a:p>
        </p:txBody>
      </p:sp>
      <p:sp>
        <p:nvSpPr>
          <p:cNvPr id="18" name="Text 11"/>
          <p:cNvSpPr/>
          <p:nvPr/>
        </p:nvSpPr>
        <p:spPr>
          <a:xfrm>
            <a:off x="502920" y="7351776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HALLE VULCAIN   ·   LYON, FRANCE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02920" y="758952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PORTES 18H30   ·   PREMIER RIFF 19H15   ·   COUVRE-FEU 01H00   ·   JAUGE 4 800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02920" y="8065008"/>
            <a:ext cx="2039112" cy="932688"/>
          </a:xfrm>
          <a:prstGeom prst="roundRect">
            <a:avLst>
              <a:gd name="adj" fmla="val 4902"/>
            </a:avLst>
          </a:prstGeom>
          <a:solidFill>
            <a:srgbClr val="141110">
              <a:alpha val="82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02920" y="816559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PRÉVENTE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02920" y="834847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39 €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502920" y="873252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jusqu'au 20 octobre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2761488" y="8065008"/>
            <a:ext cx="2039112" cy="932688"/>
          </a:xfrm>
          <a:prstGeom prst="roundRect">
            <a:avLst>
              <a:gd name="adj" fmla="val 4902"/>
            </a:avLst>
          </a:prstGeom>
          <a:solidFill>
            <a:srgbClr val="141110">
              <a:alpha val="82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761488" y="816559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PLACE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2761488" y="834847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45 €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2761488" y="873252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selon disponibilité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5020056" y="8065008"/>
            <a:ext cx="2039112" cy="932688"/>
          </a:xfrm>
          <a:prstGeom prst="roundRect">
            <a:avLst>
              <a:gd name="adj" fmla="val 4902"/>
            </a:avLst>
          </a:prstGeom>
          <a:solidFill>
            <a:srgbClr val="141110">
              <a:alpha val="82000"/>
            </a:srgbClr>
          </a:solidFill>
          <a:ln w="19050">
            <a:solidFill>
              <a:srgbClr val="9E0B1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020056" y="816559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FOSSE VIP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020056" y="834847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5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89 €</a:t>
            </a:r>
            <a:endParaRPr lang="en-US" sz="2400" dirty="0"/>
          </a:p>
        </p:txBody>
      </p:sp>
      <p:sp>
        <p:nvSpPr>
          <p:cNvPr id="31" name="Text 24"/>
          <p:cNvSpPr/>
          <p:nvPr/>
        </p:nvSpPr>
        <p:spPr>
          <a:xfrm>
            <a:off x="5020056" y="873252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pass — meet &amp; greet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502920" y="9272016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BILLETTERIE : SERPENTTHRONE-TOUR.FR · FNAC · DIGITICK · L'ENCLUME RECORDS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02920" y="9528048"/>
            <a:ext cx="655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16+  ·  MOINS DE 16 ANS ACCOMPAGNÉS D'UN ADULTE  ·  FOUILLE À L'ENTRÉE  ·  BILLETS NON REMBOURSABLES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02920" y="9893808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60" kern="0" dirty="0">
                <a:solidFill>
                  <a:srgbClr val="6F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ANVIL CONCERTS · RADIO VULCAIN 101.7 · HELLFIRE AMPS · CORBEAU BIÈRE NOIRE · VILLE DE LYON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AY/design/heavy-metal-flyer/build/assets/bg-vers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7548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SERPENT THRONE  —  THE MOLTEN CROWN TOUR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94944"/>
            <a:ext cx="5367528" cy="566928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2700000">
              <a:srgbClr val="FF3B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100" kern="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INFOS PRATIQUES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280160"/>
            <a:ext cx="5367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Halle Vulcain · 12 quai des Forges, 69007 Lyon · samedi 24 octobre 2026</a:t>
            </a:r>
            <a:endParaRPr lang="en-US" sz="1150" dirty="0"/>
          </a:p>
        </p:txBody>
      </p:sp>
      <p:pic>
        <p:nvPicPr>
          <p:cNvPr id="6" name="Image 1" descr="/home/user/OneWAY/design/heavy-metal-flyer/build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548640"/>
            <a:ext cx="914400" cy="914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824228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1783080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DÉROULÉ DE LA SOIRÉE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02920" y="21579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17H15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280160" y="215798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&amp; GREET VIP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280160" y="2386584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artistes — pass « Ordre du Crâne »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02920" y="26929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18H30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280160" y="269290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OUVERTURE DES PORTES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280160" y="292150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Vestiaire 3 € · stand merch hall Nord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32278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19H15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280160" y="3227832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SŒURS DE FER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280160" y="345643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Lyon (FR) — 25 min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37627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20H00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280160" y="3762756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VULTURE MASS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280160" y="399135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Montréal (CA) — 35 min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02920" y="42976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20H55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1280160" y="42976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ASHEN CROWN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1280160" y="45262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Göteborg (SE) — 40 min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02920" y="48326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22H00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280160" y="483260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NIGHTFORGE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280160" y="5061204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Sheffield (UK) — 45 min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02920" y="53675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5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23H05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280160" y="53675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SERPENT THRONE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280160" y="559612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Oslo (NO) — 90 min + rappel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9024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00H40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1280160" y="5902452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 DU CONCERT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1280160" y="61310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Évacuation 01H00 — navettes jusqu'à 01H30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895344" y="1824228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078224" y="1783080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PRÉPARER SA SOIRÉE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895344" y="2157984"/>
            <a:ext cx="3163824" cy="2103120"/>
          </a:xfrm>
          <a:prstGeom prst="roundRect">
            <a:avLst>
              <a:gd name="adj" fmla="val 2174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096512" y="2395728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279392" y="232257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BILLETTERIE &amp; TARIFS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4096512" y="2633472"/>
            <a:ext cx="2761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Prévente 39 €  —  jusqu'au 20/10 à 23h59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place 45 €  —  caisse ouverte à 18h00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Fosse VIP « Ordre du Crâne » 89 €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pass : entrée anticipée, meet &amp; greet 17h15, vinyle dédicacé, laminé collector.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 réduit 32 € (−26 ans, étudiants, demandeurs d'emploi) sur justificatif.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Groupes 10+ : −15 % via groupes@blackanvil.fr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895344" y="4379976"/>
            <a:ext cx="3163824" cy="2112264"/>
          </a:xfrm>
          <a:prstGeom prst="roundRect">
            <a:avLst>
              <a:gd name="adj" fmla="val 2165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096512" y="4617720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279392" y="45445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ACCÈS &amp; TRANSPORTS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4096512" y="4855464"/>
            <a:ext cx="2761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Métro B &amp; tram T1 — arrêt « Quai des Forges », 4 min à pied. Dernier passage 00h55.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Navettes Part-Dieu ↔ Halle : toutes les 20 min de 17h30 à 19h30, retours 00h45–01h30 (3 €).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P+R Vulcain — 600 places, 4 € la soirée, sortie libre jusqu'à 02h00.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Vélo : 80 arceaux quai des Forges.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502920" y="6812280"/>
            <a:ext cx="2039112" cy="2057400"/>
          </a:xfrm>
          <a:prstGeom prst="roundRect">
            <a:avLst>
              <a:gd name="adj" fmla="val 2242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04088" y="7050024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6968" y="697687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RÈGLEMENT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704088" y="7287768"/>
            <a:ext cx="1636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Sacs limités à 20 × 30 cm (consigne 3 €).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Interdits : photo pro, bouteilles, parapluies, laser, fumigènes.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Fouille à l'entrée. Sortie définitive.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toléré devant la régie ; stage diving interdit.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2761488" y="6812280"/>
            <a:ext cx="2039112" cy="2057400"/>
          </a:xfrm>
          <a:prstGeom prst="roundRect">
            <a:avLst>
              <a:gd name="adj" fmla="val 2242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962656" y="7050024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145536" y="697687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MERCH &amp; MEET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2962656" y="7287768"/>
            <a:ext cx="1636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hall Nord, 18h30 → 00h55.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 « Molten Crown » 28 € · hoodie 62 € · vinyle 180 g (300 ex.) 35 €.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 uniquement après 00h00.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Dédicaces NIGHTFORGE à 21h50.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5020056" y="6812280"/>
            <a:ext cx="2039112" cy="2057400"/>
          </a:xfrm>
          <a:prstGeom prst="roundRect">
            <a:avLst>
              <a:gd name="adj" fmla="val 2242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221224" y="7050024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404104" y="697687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5221224" y="7287768"/>
            <a:ext cx="1636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PMR côté cour, sur réservation avant le 17/10.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Bouchons d'oreille gratuits (105 dB en fosse).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 de secours hall Sud, 6 secouristes.</a:t>
            </a:r>
            <a:endParaRPr lang="en-US" sz="85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d'écoute « Safer Nights » au bar 2.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502920" y="9185148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85800" y="9144000"/>
            <a:ext cx="6373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CONTACTS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502920" y="9436608"/>
            <a:ext cx="655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Billetterie : serpentthrone-tour.fr · Fnac · Digitick · L'Enclume Records, 4 rue Burdeau, Lyon 1er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C9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 : presse@blackanvil.fr — +33 4 78 00 12 44 (Camille Roux) · Halle Vulcain : +33 4 78 00 55 10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C9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: Black Anvil Concerts, 8 rue des Fondeurs, 69003 Lyon — licence L-R-26-004821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6F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 fictif créé à des fins de démonstration graphique. Toute ressemblance serait fortuite.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AY/design/heavy-metal-flyer/build/assets/bg-k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75488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D'EMPLOI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94944"/>
            <a:ext cx="6556248" cy="566928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2700000">
              <a:srgbClr val="FF3B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 DE MARQUE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28016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 qu'il faut pour décliner l'affiche sans casser la direction artistique.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2920" y="1824228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783080"/>
            <a:ext cx="6373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PALETTE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157984"/>
            <a:ext cx="996696" cy="822960"/>
          </a:xfrm>
          <a:prstGeom prst="rect">
            <a:avLst/>
          </a:prstGeom>
          <a:solidFill>
            <a:srgbClr val="08070A"/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01752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08070A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319125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Noir de forge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14830" y="2157984"/>
            <a:ext cx="996696" cy="822960"/>
          </a:xfrm>
          <a:prstGeom prst="rect">
            <a:avLst/>
          </a:prstGeom>
          <a:solidFill>
            <a:srgbClr val="9E0B12"/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4830" y="301752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9E0B12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14830" y="319125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 séché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726741" y="2157984"/>
            <a:ext cx="996696" cy="822960"/>
          </a:xfrm>
          <a:prstGeom prst="rect">
            <a:avLst/>
          </a:prstGeom>
          <a:solidFill>
            <a:srgbClr val="FF5A1F"/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26741" y="301752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FF5A1F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26741" y="319125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Braise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838651" y="2157984"/>
            <a:ext cx="996696" cy="822960"/>
          </a:xfrm>
          <a:prstGeom prst="rect">
            <a:avLst/>
          </a:prstGeom>
          <a:solidFill>
            <a:srgbClr val="F2B43A"/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38651" y="301752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F2B43A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38651" y="319125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fondu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950562" y="2157984"/>
            <a:ext cx="996696" cy="822960"/>
          </a:xfrm>
          <a:prstGeom prst="rect">
            <a:avLst/>
          </a:prstGeom>
          <a:solidFill>
            <a:srgbClr val="F2ECE0"/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50562" y="301752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F2ECE0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50562" y="319125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062472" y="2157984"/>
            <a:ext cx="996696" cy="822960"/>
          </a:xfrm>
          <a:prstGeom prst="rect">
            <a:avLst/>
          </a:prstGeom>
          <a:solidFill>
            <a:srgbClr val="9A8F85"/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62472" y="301752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EC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9A8F85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062472" y="319125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Cendre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2920" y="3456432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visée : 65 % noir de forge, 20 % os/cendre, 10 % or fondu, 5 % braise. La braise ne sert qu'aux accents (losanges, prix VIP, halo du titre).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3918204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87705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TYPOGRAPHIE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" y="4224528"/>
            <a:ext cx="3163824" cy="2331720"/>
          </a:xfrm>
          <a:prstGeom prst="roundRect">
            <a:avLst>
              <a:gd name="adj" fmla="val 1961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04088" y="4462272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6968" y="43891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DEUX POLICES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4088" y="4700016"/>
            <a:ext cx="2761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Black — titres, groupes, prix, heures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du groupe 88 pt · date 40 pt · titres de page 34 pt · intertitres 10–12 pt.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— tout le reste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Courant 9–11 pt · mentions légales 7,5–8,5 pt.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Interlettrage : 3 à 8 pt sur les capitales, 0 à 1 pt sur les gros titres.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Arial Black manque : Impact (plus étroit, remontez la taille de ~10 %).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895344" y="3918204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78224" y="387705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MODIFIER L'AFFICHE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895344" y="4224528"/>
            <a:ext cx="3163824" cy="2331720"/>
          </a:xfrm>
          <a:prstGeom prst="roundRect">
            <a:avLst>
              <a:gd name="adj" fmla="val 1961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96512" y="4462272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79392" y="43891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4 GESTES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4096512" y="4700016"/>
            <a:ext cx="2761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Textes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Double-clic, retapez. Rien n'est vectorisé.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Fonds et ornements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Alt+clic pour saisir une image sous le texte.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Couleurs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Remplissage ▸ Autres couleurs ▸ Personnalisées, puis le code hexadécimal ci-dessus.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Nouvelle date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droit sur la miniature ▸ Dupliquer la diapositive.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02920" y="6853428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5800" y="6812280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AVANT IMPRESSION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02920" y="7159752"/>
            <a:ext cx="3163824" cy="2331720"/>
          </a:xfrm>
          <a:prstGeom prst="roundRect">
            <a:avLst>
              <a:gd name="adj" fmla="val 1961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4088" y="7397496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86968" y="732434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CHECKLIST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04088" y="7635240"/>
            <a:ext cx="2761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Date, jour et heures cohérents (recto ↔ verso).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Nom de la salle et adresse vérifiés.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Tarifs à jour + date limite de prévente.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Logos partenaires fournis en vectoriel.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Licence d'entrepreneur du spectacle affichée.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Mentions 16+ et non-remboursement présentes.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Noms des groupes relus par le tourneur.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895344" y="6853428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078224" y="6812280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5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FORMATS DE SORTIE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3895344" y="7159752"/>
            <a:ext cx="3163824" cy="2331720"/>
          </a:xfrm>
          <a:prstGeom prst="roundRect">
            <a:avLst>
              <a:gd name="adj" fmla="val 1961"/>
            </a:avLst>
          </a:prstGeom>
          <a:solidFill>
            <a:srgbClr val="141110">
              <a:alpha val="88000"/>
            </a:srgbClr>
          </a:solidFill>
          <a:ln w="12700">
            <a:solidFill>
              <a:srgbClr val="3B2A2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096512" y="7397496"/>
            <a:ext cx="91440" cy="146304"/>
          </a:xfrm>
          <a:prstGeom prst="diamond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279392" y="732434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20" kern="0" dirty="0">
                <a:solidFill>
                  <a:srgbClr val="F2B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EXPORTS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4096512" y="7635240"/>
            <a:ext cx="2761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 A4 — 210 × 297 mm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▸ Exporter ▸ PDF, qualité « Impression ». Fond perdu : agrandissez les images de fond de 3 mm par bord.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format A2 / A1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est vectoriel hors fonds : agrandissement 200 % sans perte visible.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2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 sociaux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D9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1080 × 1080 px : emblème, titre et date, sans mentions légales.</a:t>
            </a:r>
            <a:endParaRPr lang="en-US" sz="950" dirty="0"/>
          </a:p>
        </p:txBody>
      </p:sp>
      <p:pic>
        <p:nvPicPr>
          <p:cNvPr id="51" name="Image 1" descr="/home/user/OneWAY/design/heavy-metal-flyer/build/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564" y="9646920"/>
            <a:ext cx="3108960" cy="274320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502920" y="9966960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6F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ANVIL CONCERTS  —  DOSSIER GRAPHIQUE FICTIF  —  SERPENT THRONE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Black Anvil Concerts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SERPENT THRONE — Halle Vulcain, Lyon — 24 octobre 2026</dc:title>
  <dc:subject>Affiche de concert Heavy Metal (contenu fictif)</dc:subject>
  <dc:creator>Black Anvil Concerts</dc:creator>
  <cp:lastModifiedBy>Black Anvil Concerts</cp:lastModifiedBy>
  <cp:revision>1</cp:revision>
  <dcterms:created xsi:type="dcterms:W3CDTF">2026-08-17T06:45:25Z</dcterms:created>
  <dcterms:modified xsi:type="dcterms:W3CDTF">2026-08-17T06:45:25Z</dcterms:modified>
</cp:coreProperties>
</file>